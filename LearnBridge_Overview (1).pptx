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601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291840"/>
            <a:ext cx="2926080" cy="292608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pic>
        <p:nvPicPr>
          <p:cNvPr id="4" name="Image 0" descr="/home/claude/learnbridge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3774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LEARNBRIDGE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383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Day Secondary School, Amule Digital Learning Hub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FFB70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389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learning shouldn't depend on how much money your family has.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earnbridge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3200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Every Student Gets the Same Support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101600" dist="254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22402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240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87452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money for private tutors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101600" dist="254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2402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2240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269480" y="187452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textbooks to go around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52044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101600" dist="254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" y="3886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886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🤒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1600200" y="352044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lessons from illness or absence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17920" y="352044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101600" dist="254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46520" y="3886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3886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7269480" y="352044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understand topics after class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516636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101600" dist="254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55321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532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1600200" y="516636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preparing for exams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217920" y="516636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101600" dist="254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46520" y="55321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4"/>
          <p:cNvSpPr/>
          <p:nvPr/>
        </p:nvSpPr>
        <p:spPr>
          <a:xfrm>
            <a:off x="6446520" y="5532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7269480" y="516636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which online resources are reliable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earnbridge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320040"/>
            <a:ext cx="640080" cy="640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3291840" y="5120640"/>
            <a:ext cx="2743200" cy="2743200"/>
          </a:xfrm>
          <a:prstGeom prst="ellipse">
            <a:avLst/>
          </a:prstGeom>
          <a:solidFill>
            <a:srgbClr val="00A896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554480" y="246888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554480" y="24688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🌉</a:t>
            </a:r>
            <a:endParaRPr lang="en-US" sz="5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720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bridge to learning for every student.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6400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LearnBridge?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14173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LearnBridge is our school's own digital learning platform. It gives every student free access to approved notes, videos, quizzes, and assignments all organized by teachers.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029200" y="3063240"/>
            <a:ext cx="6583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76200" dist="25400" dir="5400000" algn="bl" rotWithShape="0">
              <a:srgbClr val="073B4C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212080" y="32689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32689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31729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School-Approved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3520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upload resources; the school reviews and approves them first.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0" y="4343400"/>
            <a:ext cx="6583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76200" dist="25400" dir="5400000" algn="bl" rotWithShape="0">
              <a:srgbClr val="073B4C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212080" y="45491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0" y="4549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5989320" y="44531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Progress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989320" y="4800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you've learned and what still needs work.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029200" y="5623560"/>
            <a:ext cx="6583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76200" dist="25400" dir="5400000" algn="bl" rotWithShape="0">
              <a:srgbClr val="073B4C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212080" y="58293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58293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5989320" y="57332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 PDF Pile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989320" y="6080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+ videos + quizzes + practice, all in one place.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earnbridge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3200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Library, Every Subject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B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RMaterials</a:t>
            </a:r>
            <a:r>
              <a:rPr lang="en-US" sz="1400" dirty="0">
                <a:solidFill>
                  <a:srgbClr val="5B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organized simply, so you always know where to look: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1965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651760" y="196596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65176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251960" y="1965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754880" y="196596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75488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1965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858000" y="196596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288036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76200" dist="25400" dir="5400000" algn="bl" rotWithShape="0">
              <a:srgbClr val="073B4C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4864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3108960" y="288036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76200" dist="25400" dir="5400000" algn="bl" rotWithShape="0">
              <a:srgbClr val="073B4C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10896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310896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669280" y="288036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76200" dist="25400" dir="5400000" algn="bl" rotWithShape="0">
              <a:srgbClr val="073B4C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66928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🎧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Lessons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48640" y="434340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76200" dist="25400" dir="5400000" algn="bl" rotWithShape="0">
              <a:srgbClr val="073B4C">
                <a:alpha val="10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548640" y="4480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029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Worksheets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3108960" y="434340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76200" dist="25400" dir="5400000" algn="bl" rotWithShape="0">
              <a:srgbClr val="073B4C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3108960" y="4480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1" name="Text 28"/>
          <p:cNvSpPr txBox="1"/>
          <p:nvPr/>
        </p:nvSpPr>
        <p:spPr>
          <a:xfrm>
            <a:off x="3108960" y="5029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5669280" y="434340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76200" dist="25400" dir="5400000" algn="bl" rotWithShape="0">
              <a:srgbClr val="073B4C">
                <a:alpha val="10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5669280" y="4480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0" y="5029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8092440" y="2880360"/>
            <a:ext cx="3520440" cy="3611880"/>
          </a:xfrm>
          <a:prstGeom prst="roundRect">
            <a:avLst>
              <a:gd name="adj" fmla="val 3636"/>
            </a:avLst>
          </a:prstGeom>
          <a:solidFill>
            <a:srgbClr val="073B4C"/>
          </a:solidFill>
          <a:ln/>
        </p:spPr>
      </p:sp>
      <p:sp>
        <p:nvSpPr>
          <p:cNvPr id="36" name="Shape 33"/>
          <p:cNvSpPr/>
          <p:nvPr/>
        </p:nvSpPr>
        <p:spPr>
          <a:xfrm>
            <a:off x="8366760" y="31546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4"/>
          <p:cNvSpPr/>
          <p:nvPr/>
        </p:nvSpPr>
        <p:spPr>
          <a:xfrm>
            <a:off x="836676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8321040" y="3886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for Low Data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8321040" y="43891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 notes, worksheets &amp; audio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Saver Mode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Text-first lessons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Smaller video files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earnbridge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3200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Learn, Practice, Test, and Grow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76656" y="237744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73B4C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91056" y="2057400"/>
            <a:ext cx="640080" cy="640080"/>
          </a:xfrm>
          <a:prstGeom prst="ellipse">
            <a:avLst/>
          </a:prstGeom>
          <a:solidFill>
            <a:srgbClr val="FFB70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91056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3B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76656" y="2834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📘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Learn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3977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0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notes or watch a video on your topic.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145536" y="34747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465576" y="237744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00A896"/>
          </a:solidFill>
          <a:ln/>
          <a:effectLst>
            <a:outerShdw blurRad="101600" dist="25400" dir="5400000" algn="bl" rotWithShape="0">
              <a:srgbClr val="073B4C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9976" y="2057400"/>
            <a:ext cx="640080" cy="640080"/>
          </a:xfrm>
          <a:prstGeom prst="ellipse">
            <a:avLst/>
          </a:prstGeom>
          <a:solidFill>
            <a:srgbClr val="FFB70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79976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3B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465576" y="2834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✏️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3602736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Practice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3648456" y="3977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0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a worksheet or practice questions.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934456" y="34747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6254496" y="237744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73B4C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168896" y="2057400"/>
            <a:ext cx="640080" cy="640080"/>
          </a:xfrm>
          <a:prstGeom prst="ellipse">
            <a:avLst/>
          </a:prstGeom>
          <a:solidFill>
            <a:srgbClr val="FFB70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68896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3B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6254496" y="2834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6391656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Take a Quiz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6437376" y="3977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0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what you understand right away.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723376" y="34747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6" name="Shape 23"/>
          <p:cNvSpPr/>
          <p:nvPr/>
        </p:nvSpPr>
        <p:spPr>
          <a:xfrm>
            <a:off x="9043416" y="237744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00A896"/>
          </a:solidFill>
          <a:ln/>
          <a:effectLst>
            <a:outerShdw blurRad="101600" dist="25400" dir="5400000" algn="bl" rotWithShape="0">
              <a:srgbClr val="073B4C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957816" y="2057400"/>
            <a:ext cx="640080" cy="640080"/>
          </a:xfrm>
          <a:prstGeom prst="ellipse">
            <a:avLst/>
          </a:prstGeom>
          <a:solidFill>
            <a:srgbClr val="FFB70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957816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3B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9043416" y="2834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30" name="Text 27"/>
          <p:cNvSpPr txBox="1"/>
          <p:nvPr/>
        </p:nvSpPr>
        <p:spPr>
          <a:xfrm>
            <a:off x="9180576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See Your Progress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9226296" y="3977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0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score and a recommended resource.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76656" y="553212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low on a quiz? LearnBridge automatically suggests the right resource to help you improve.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earnbridge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3200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Everyone Has a Role to Play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101600" dist="254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14884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103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Student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256032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Learn, practice, take quizzes, and track your own progress.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8745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101600" dist="254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14884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2103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Teacher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256032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materials, set assignments, and support students who need help.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1148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101600" dist="254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2960" y="438912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389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1920240" y="43434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School Admin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920240" y="48006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resources and keep the whole platform organized.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17920" y="41148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EEE"/>
            </a:solidFill>
            <a:prstDash val="solid"/>
          </a:ln>
          <a:effectLst>
            <a:outerShdw blurRad="101600" dist="254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92240" y="438912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19"/>
          <p:cNvSpPr/>
          <p:nvPr/>
        </p:nvSpPr>
        <p:spPr>
          <a:xfrm>
            <a:off x="6492240" y="4389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👪</a:t>
            </a:r>
            <a:endParaRPr lang="en-US" sz="3400" dirty="0"/>
          </a:p>
        </p:txBody>
      </p:sp>
      <p:sp>
        <p:nvSpPr>
          <p:cNvPr id="23" name="Text 20"/>
          <p:cNvSpPr txBox="1"/>
          <p:nvPr/>
        </p:nvSpPr>
        <p:spPr>
          <a:xfrm>
            <a:off x="7589520" y="43434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Parent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589520" y="48006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your child's progress, results, and activity from home.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65760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student deserves a real chance to learn no matter their background.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LearnBridge helps Amule Government Secondary School move beyond just </a:t>
            </a:r>
            <a:r>
              <a:rPr lang="en-US" sz="160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lessons </a:t>
            </a:r>
            <a:r>
              <a:rPr lang="en-US" sz="1600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giving every student a complete space to learn, practice, get tested, and improve.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2423160" cy="594360"/>
          </a:xfrm>
          <a:prstGeom prst="roundRect">
            <a:avLst>
              <a:gd name="adj" fmla="val 49231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463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4846320"/>
            <a:ext cx="2423160" cy="594360"/>
          </a:xfrm>
          <a:prstGeom prst="roundRect">
            <a:avLst>
              <a:gd name="adj" fmla="val 49231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48463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School-Approved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4846320"/>
            <a:ext cx="2423160" cy="594360"/>
          </a:xfrm>
          <a:prstGeom prst="roundRect">
            <a:avLst>
              <a:gd name="adj" fmla="val 49231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48463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Students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78240" y="4846320"/>
            <a:ext cx="2423160" cy="594360"/>
          </a:xfrm>
          <a:prstGeom prst="roundRect">
            <a:avLst>
              <a:gd name="adj" fmla="val 49231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0" y="48463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Trackable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61320" y="5349240"/>
            <a:ext cx="1325880" cy="13258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0" descr="/home/claude/learnbridge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548640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</TotalTime>
  <Words>427</Words>
  <Application>Microsoft Office PowerPoint</Application>
  <PresentationFormat>Widescreen</PresentationFormat>
  <Paragraphs>109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AHMAD ADEBARA</cp:lastModifiedBy>
  <cp:revision>9</cp:revision>
  <dcterms:created xsi:type="dcterms:W3CDTF">2026-09-08T09:22:54Z</dcterms:created>
  <dcterms:modified xsi:type="dcterms:W3CDTF">2026-09-16T10:14:09Z</dcterms:modified>
</cp:coreProperties>
</file>